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idjanetandjigora06-del.github.io/TJ-SNEAKZONE/" TargetMode="External"/><Relationship Id="rId2" Type="http://schemas.openxmlformats.org/officeDocument/2006/relationships/image" Target="../media/image-5-1.jpg"/><Relationship Id="rId3" Type="http://schemas.openxmlformats.org/officeDocument/2006/relationships/image" Target="../media/image-5-2.jpg"/><Relationship Id="rId4" Type="http://schemas.openxmlformats.org/officeDocument/2006/relationships/image" Target="../media/image-5-3.jpg"/><Relationship Id="rId5" Type="http://schemas.openxmlformats.org/officeDocument/2006/relationships/image" Target="../media/image-5-4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mailto:tidjanetandjigora06@gmail.com" TargetMode="External"/><Relationship Id="rId2" Type="http://schemas.openxmlformats.org/officeDocument/2006/relationships/hyperlink" Target="https://www.linkedin.com/in/tidjane-tandjigora/" TargetMode="External"/><Relationship Id="rId3" Type="http://schemas.openxmlformats.org/officeDocument/2006/relationships/hyperlink" Target="https://github.com/tidjanetandjigora06-del" TargetMode="External"/><Relationship Id="rId4" Type="http://schemas.openxmlformats.org/officeDocument/2006/relationships/image" Target="../media/image-10-1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02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spc="-4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</a:t>
            </a:r>
            <a:endParaRPr lang="en-US" sz="15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1488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i="1" spc="-4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Tandjigora</a:t>
            </a:r>
            <a:endParaRPr lang="en-US" sz="15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365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Bienvenue sur mon portfolio</a:t>
            </a:r>
            <a:endParaRPr lang="en-US" sz="2200" dirty="0"/>
          </a:p>
          <a:p>
            <a:pPr algn="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projets, de 2026 à aujourd’hui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120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Étudiant en informatique, Cnam Paris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recherche d’un stage en systèmes et réseaux du 1er mars au 23 avril 2027</a:t>
            </a:r>
            <a:endParaRPr lang="en-US" sz="2400" dirty="0"/>
          </a:p>
        </p:txBody>
      </p:sp>
      <p:sp>
        <p:nvSpPr>
          <p:cNvPr id="12" name="Text 10">
            <a:hlinkClick r:id="rId1" tooltip="Aller aux contacts" action="ppaction://hlinksldjump"/>
          </p:cNvPr>
          <p:cNvSpPr/>
          <p:nvPr/>
        </p:nvSpPr>
        <p:spPr>
          <a:xfrm>
            <a:off x="9509760" y="58064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2447F5"/>
          </a:solidFill>
          <a:ln w="9525">
            <a:solidFill>
              <a:srgbClr val="2447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x contac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 contacter  →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À propos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 moi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3464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en première année de double cursus Bachelor et Licence en informatique au Cnam Paris, et je prépare un DSP en systèmes d’exploitation des parcs informatiques.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J’ai déjà travaillé au contact de clients comme stagiaire technicien de maintenance informatique et mobile : diagnostiquer une panne, puis l’expliquer simplement, c’est ce que je préfère dans ce métier. Je veux maintenant approfondir les systèmes et les réseaux.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960120"/>
            <a:ext cx="4389120" cy="5266944"/>
          </a:xfrm>
          <a:prstGeom prst="rect">
            <a:avLst/>
          </a:prstGeom>
          <a:solidFill>
            <a:srgbClr val="CFDBFF"/>
          </a:solidFill>
          <a:ln/>
        </p:spPr>
      </p:sp>
      <p:pic>
        <p:nvPicPr>
          <p:cNvPr id="12" name="Portrait" descr="Portrait de Tidjane Tandjig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85800"/>
            <a:ext cx="4389120" cy="52669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92240" y="5257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compétences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1005840" y="2788920"/>
            <a:ext cx="5120640" cy="329184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788920"/>
            <a:ext cx="5074920" cy="329184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0175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que je sais faire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des systèmes Windows et Linux (Ubuntu), gérer les utilisateurs et leurs droits d’accès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Paramétrer un réseau : adresses IP (TCP/IP), DNS, DHCP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et résoudre des incidents sur ordinateurs et mobiles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des tâches avec des scripts Python, Bash et PowerShell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1752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Langages et outils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Bash, PowerShell, HTML5/CSS3, JavaScript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(Ubuntu), Git et GitHub, VS Code, Figma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Matières étudiées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Algorithmique en C, installation et maintenance, cybersécurité, économie et gestion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: C2 · Anglais : B1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 objectif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 stage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212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08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1er mars – 23 avril 2027</a:t>
            </a:r>
            <a:endParaRPr lang="en-US" sz="40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de stage recherchée en systèmes et réseaux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6675120" y="777240"/>
            <a:ext cx="4846320" cy="237744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474720"/>
            <a:ext cx="4846320" cy="237744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0058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que je recherche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stage pour mettre en pratique ce que j’apprends au Cnam : Linux, réseaux, Python et Docker, dans une équipe qui gère un parc informatique.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70332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que j’apporte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première expérience de terrain en diagnostic et réparation, l’habitude d’expliquer une panne à un non-spécialiste, et de l’organisation pour tenir les délais.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projets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9748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</a:t>
            </a:r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TJ SNEAKZONE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 boutique de sneakers en 5 pages, adapté au mobile, avec formulaire de contact. HTML, CSS, publié avec GitHub Pages.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u="sng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tidjanetandjigora06-del.github.io/TJ-SNEAKZONE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</a:t>
            </a:r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À Table Ensemble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d’un restaurant solidaire contre le gaspillage, réalisé en groupe au Cnam Paris (juillet 2026). Détails à la diapositive suivante.</a:t>
            </a:r>
            <a:endParaRPr lang="en-US" sz="1500" dirty="0"/>
          </a:p>
        </p:txBody>
      </p:sp>
      <p:pic>
        <p:nvPicPr>
          <p:cNvPr id="12" name="Image 0" descr="Sneaker du site TJ SNEAKZ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31520"/>
            <a:ext cx="2286000" cy="2286000"/>
          </a:xfrm>
          <a:prstGeom prst="rect">
            <a:avLst/>
          </a:prstGeom>
        </p:spPr>
      </p:pic>
      <p:pic>
        <p:nvPicPr>
          <p:cNvPr id="13" name="Image 1" descr="Sneaker du site TJ SNEAKZ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731520"/>
            <a:ext cx="2286000" cy="2286000"/>
          </a:xfrm>
          <a:prstGeom prst="rect">
            <a:avLst/>
          </a:prstGeom>
        </p:spPr>
      </p:pic>
      <p:pic>
        <p:nvPicPr>
          <p:cNvPr id="14" name="Image 2" descr="Sneaker du site TJ SNEAKZ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154680"/>
            <a:ext cx="2286000" cy="2286000"/>
          </a:xfrm>
          <a:prstGeom prst="rect">
            <a:avLst/>
          </a:prstGeom>
        </p:spPr>
      </p:pic>
      <p:pic>
        <p:nvPicPr>
          <p:cNvPr id="15" name="Image 3" descr="Sneaker du site TJ SNEAKZ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154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À Table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5176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d’un restaurant solidaire qui récupère les invendus alimentaires pour préparer des repas accessibles à tous.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groupe, Cnam Paris, juillet 2026.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sur Figma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l’avancement et respect des délais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individuel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: vert, orange et jaune, police Poppins</a:t>
            </a:r>
            <a:endParaRPr lang="en-US" sz="1500" dirty="0"/>
          </a:p>
        </p:txBody>
      </p:sp>
      <p:pic>
        <p:nvPicPr>
          <p:cNvPr id="12" name="Image 0" descr="Page d’accueil du site À Table Ensem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514600"/>
            <a:ext cx="3108960" cy="3474720"/>
          </a:xfrm>
          <a:prstGeom prst="rect">
            <a:avLst/>
          </a:prstGeom>
        </p:spPr>
      </p:pic>
      <p:pic>
        <p:nvPicPr>
          <p:cNvPr id="13" name="Image 1" descr="Moodboard du projet À Table Ensem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514600"/>
            <a:ext cx="3749040" cy="34747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6080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d’accueil du site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955280" y="6080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: palette, typographie, mots-clés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projets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à venir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Ajoutés ici dès la fin de chaque cours, d’ici mars 2027.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017520"/>
            <a:ext cx="251460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447F5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207008" y="32461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3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d’un serveur Ubuntu : utilisateurs, droits d’accès et scripts Bash.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3017520"/>
            <a:ext cx="251460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447F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858768" y="32461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3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scripts pour automatiser des tâches d’administration.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251460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447F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510528" y="32461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3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d’une application dans des conteneurs.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61120" y="3017520"/>
            <a:ext cx="251460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447F5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162288" y="32461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3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Réseaux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avec adressage IP, DNS et DHCP.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formation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1005840" y="2926080"/>
            <a:ext cx="3383280" cy="228600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54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DSP (Bac+1)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Paris · depuis septembre 2026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d’exploitation des parcs informatiques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3383280" cy="228600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154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Pro Numérique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à juillet 2026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Paris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2926080"/>
            <a:ext cx="3383280" cy="228600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3154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Baccalauréat général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Cheikh Anta Diop, Sénégal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expériences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5120640" cy="301752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743200"/>
            <a:ext cx="5074920" cy="301752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2944368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Projet académique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i="1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Paris · juillet 2026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à la création d’un site web (projet de groupe)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des maquettes sur Figma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délais et suivi de l’avancement du projet jusqu’à la fin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d’un rapport individuel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44368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Stagiaire technicien de maintenance informatique et mobile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i="1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Compustore (Sénégal) · octobre 2025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des clients, conseil et vente d’accessoires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demandes de réparation et explication claire des pannes aux clients non spécialistes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réparation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it vertical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2860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160020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" y="2286000"/>
            <a:ext cx="420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Tidjane Tandjigora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526280"/>
            <a:ext cx="237744" cy="475488"/>
          </a:xfrm>
          <a:prstGeom prst="roundRect">
            <a:avLst>
              <a:gd name="adj" fmla="val 50000"/>
            </a:avLst>
          </a:prstGeom>
          <a:ln w="12700">
            <a:solidFill>
              <a:srgbClr val="244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" y="5029200"/>
            <a:ext cx="420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et réseaux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0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Contactez-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204265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spc="-200" kern="0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moi !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432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cherche un stage en systèmes et réseaux du 1er mars au 23 avril 2027. Si vous avez une mission à proposer, écrivez-moi : je réponds vite.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coordonnées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005840" y="4526280"/>
            <a:ext cx="5212080" cy="1600200"/>
          </a:xfrm>
          <a:prstGeom prst="rect">
            <a:avLst/>
          </a:prstGeom>
          <a:solidFill>
            <a:srgbClr val="E6EDFF"/>
          </a:solidFill>
          <a:ln w="9525">
            <a:solidFill>
              <a:srgbClr val="244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i="1" u="sng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tidjanetandjigora06@gmail.com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u="sng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linkedin.com/in/tidjane-tandjigora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u="sng" dirty="0">
                <a:solidFill>
                  <a:srgbClr val="2447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github.com/tidjanetandjigora06-del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89520" y="960120"/>
            <a:ext cx="4389120" cy="5266944"/>
          </a:xfrm>
          <a:prstGeom prst="rect">
            <a:avLst/>
          </a:prstGeom>
          <a:solidFill>
            <a:srgbClr val="CFDBFF"/>
          </a:solidFill>
          <a:ln/>
        </p:spPr>
      </p:sp>
      <p:pic>
        <p:nvPicPr>
          <p:cNvPr id="15" name="Image 0" descr="Portrait de Tidjane Tandjigo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85800"/>
            <a:ext cx="4389120" cy="52669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92240" y="5257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244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NB">
  <a:themeElements>
    <a:clrScheme name="Portfolio NB">
      <a:dk1>
        <a:srgbClr val="000000"/>
      </a:dk1>
      <a:lt1>
        <a:srgbClr val="F7F7F7"/>
      </a:lt1>
      <a:dk2>
        <a:srgbClr val="555555"/>
      </a:dk2>
      <a:lt2>
        <a:srgbClr val="FFFFFF"/>
      </a:lt2>
      <a:accent1>
        <a:srgbClr val="000000"/>
      </a:accent1>
      <a:accent2>
        <a:srgbClr val="555555"/>
      </a:accent2>
      <a:accent3>
        <a:srgbClr val="888888"/>
      </a:accent3>
      <a:accent4>
        <a:srgbClr val="BBBBBB"/>
      </a:accent4>
      <a:accent5>
        <a:srgbClr val="DDDDDD"/>
      </a:accent5>
      <a:accent6>
        <a:srgbClr val="333333"/>
      </a:accent6>
      <a:hlink>
        <a:srgbClr val="000000"/>
      </a:hlink>
      <a:folHlink>
        <a:srgbClr val="555555"/>
      </a:folHlink>
    </a:clrScheme>
    <a:fontScheme name="Portfolio NB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– Tidjane Tandjigora</dc:title>
  <dc:subject>PptxGenJS Presentation</dc:subject>
  <dc:creator>Tidjane Tandjigora</dc:creator>
  <cp:lastModifiedBy>Tidjane Tandjigora</cp:lastModifiedBy>
  <cp:revision>1</cp:revision>
  <dcterms:created xsi:type="dcterms:W3CDTF">2026-10-27T20:23:23Z</dcterms:created>
  <dcterms:modified xsi:type="dcterms:W3CDTF">2026-10-27T20:23:23Z</dcterms:modified>
</cp:coreProperties>
</file>